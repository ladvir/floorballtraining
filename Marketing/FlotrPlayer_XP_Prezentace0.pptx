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190" y="3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62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1680000">
            <a:off x="5684368" y="1413662"/>
            <a:ext cx="822960" cy="98755"/>
          </a:xfrm>
          <a:prstGeom prst="line">
            <a:avLst/>
          </a:prstGeom>
          <a:noFill/>
          <a:ln w="2057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680000">
            <a:off x="5684368" y="1413662"/>
            <a:ext cx="822960" cy="98755"/>
          </a:xfrm>
          <a:prstGeom prst="line">
            <a:avLst/>
          </a:prstGeom>
          <a:noFill/>
          <a:ln w="2057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05322" y="1372514"/>
            <a:ext cx="181051" cy="18105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07128" y="21488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07128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UP.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Nový systém XP, odznaků a hodností pro hráče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r>
              <a:rPr lang="en-US" sz="1400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400" b="1" kern="0" spc="20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r>
              <a:rPr lang="en-US" sz="1400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400" b="1" kern="0" spc="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[Název klubu]  ·  Sezóna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ÚVOD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 trénink se teď počítá.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Chodíš na tréninky, dřeš na zápasech, zlepšuješ se – a doteď to nikdo nezapočítal. Od teď se tvoje úsilí mění ve zkušenosti (XP), odznaky a hodnost, kterou vidí celý tým.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Sbíráš za každý výkon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🎖️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0624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Trofeje za milníky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4160520"/>
            <a:ext cx="3246120" cy="1737360"/>
          </a:xfrm>
          <a:prstGeom prst="roundRect">
            <a:avLst>
              <a:gd name="adj" fmla="val 7368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43434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🏅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Hodnosti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09560" y="5394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Rostou s tebou celou kariéru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XP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 je XP?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 (zkušenostní body) získáváš automaticky za to, co už na hřišti i mimo něj děláš. Čím víc hraješ a zlepšuješ se, tím rychleji rosteš.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tréninku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7288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Účast na zápase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71616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63056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87384" y="2606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87384" y="2715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78824" y="3383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Zlepšení dovednosti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55848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47288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Domácí trénink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71616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71616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🌟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63056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Nejlepší hráč tréninku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787384" y="4178808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87384" y="428853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78824" y="4956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play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HODNOSTI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Levely a hodnosti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Každých 100 XP = nový level. Level se počítá uvnitř aktuální hodnosti. Hodnost roste s tvým XP a nikdy neklesá – je to tvůj kariérní odznak.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Nováček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0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Hráč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Stálice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Lídr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410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410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Kapitán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0" y="2880360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0" y="2880360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Veterán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40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40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406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406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Šampion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Ikona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410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410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241280" y="3584448"/>
            <a:ext cx="1490472" cy="502920"/>
          </a:xfrm>
          <a:prstGeom prst="roundRect">
            <a:avLst>
              <a:gd name="adj" fmla="val 50000"/>
            </a:avLst>
          </a:prstGeom>
          <a:solidFill>
            <a:srgbClr val="141E33">
              <a:alpha val="9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41280" y="3584448"/>
            <a:ext cx="1490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Nesmrtelný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249631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👇 TY JSI TADY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ODZNAKY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Odznaky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 výjimečné výkony a milníky získáváš trvalé odznaky – tvoji sbírku trofejí, kterou vidí celý tým.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Docházka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87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400+ tréninků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63347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6636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663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První gól až 500 gólů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24688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92440" y="263347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2396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23960" y="3035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až 100 asistencí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05079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🎩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Hattrick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44531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góly v zápase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34840" y="405079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66360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Domácí trénink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66360" y="44531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 potvrzené tréninky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38862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405079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823960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play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823960" y="44531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Ocenění od trenéra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546811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508760" y="5486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Rodina fandila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08760" y="5870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Podpora z hlediště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34840" y="546811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💛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166360" y="5486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Věrnost klubu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166360" y="5870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 5, 8, 10+ sezón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55280" y="53035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92440" y="546811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823960" y="5486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Kariérní XP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823960" y="5870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 celkové XP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ODMĚNY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 a odměny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📊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Žebříčky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Sezónní forma (hvězdičky ⭐) srovnává hráče férově – bez ohledu na to, jak dlouho už hraješ. Nová sezóna, nová šance být na vrcholu.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78728" y="1965960"/>
            <a:ext cx="5272888" cy="3291840"/>
          </a:xfrm>
          <a:prstGeom prst="roundRect">
            <a:avLst>
              <a:gd name="adj" fmla="val 3889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53048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🎁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53048" y="297180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Odměny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53048" y="3520440"/>
            <a:ext cx="47242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Klub a tým dávají skutečné odměny za nasbírané XP a odznaky. Zeptej se svého trenéra, co je aktuálně v nabídce.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HODNOCENÍ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Tvůj hlas se počítá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každém tréninku nebo zápase nám krátce řekni, jak to bylo. Tvoje hodnocení pomáhá trenérům stavět lepší tréninky – a je hotové za pár vteřin.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11535" cy="2606040"/>
          </a:xfrm>
          <a:prstGeom prst="roundRect">
            <a:avLst>
              <a:gd name="adj" fmla="val 5614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 dnešní trénink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886200"/>
            <a:ext cx="777240" cy="777240"/>
          </a:xfrm>
          <a:prstGeom prst="ellipse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39112" y="3886200"/>
            <a:ext cx="777240" cy="777240"/>
          </a:xfrm>
          <a:prstGeom prst="ellipse">
            <a:avLst/>
          </a:prstGeom>
          <a:solidFill>
            <a:srgbClr val="A3E635">
              <a:alpha val="85000"/>
            </a:srgbClr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072384" y="3886200"/>
            <a:ext cx="777240" cy="777240"/>
          </a:xfrm>
          <a:prstGeom prst="ellipse">
            <a:avLst/>
          </a:prstGeom>
          <a:solidFill>
            <a:srgbClr val="EAB308">
              <a:alpha val="85000"/>
            </a:srgbClr>
          </a:solidFill>
          <a:ln w="190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72384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05656" y="3886200"/>
            <a:ext cx="777240" cy="777240"/>
          </a:xfrm>
          <a:prstGeom prst="ellipse">
            <a:avLst/>
          </a:prstGeom>
          <a:solidFill>
            <a:srgbClr val="F97316">
              <a:alpha val="85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05656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38928" y="3886200"/>
            <a:ext cx="777240" cy="777240"/>
          </a:xfrm>
          <a:prstGeom prst="ellipse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4910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= super, 5 = mohlo být lepší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73368" y="3886200"/>
            <a:ext cx="4812487" cy="777240"/>
          </a:xfrm>
          <a:prstGeom prst="roundRect">
            <a:avLst>
              <a:gd name="adj" fmla="val 11765"/>
            </a:avLst>
          </a:prstGeom>
          <a:solidFill>
            <a:srgbClr val="0B1120"/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3886200"/>
            <a:ext cx="467532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Komentář (nepovinný)…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POSTUP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hodnotit? 3 kroky, 10 vteřin.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Otevři appku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skončení tréninku nebo zápasu otevři FlotrPlayer.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87368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61688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36008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36008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Najdi událost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 přehledu událostí vyber tu, která právě proběhla.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08976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83296" y="2194560"/>
            <a:ext cx="3429000" cy="3017520"/>
          </a:xfrm>
          <a:prstGeom prst="roundRect">
            <a:avLst>
              <a:gd name="adj" fmla="val 4242"/>
            </a:avLst>
          </a:prstGeom>
          <a:solidFill>
            <a:srgbClr val="141E33">
              <a:alpha val="9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57616" y="24688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576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57616" y="3337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Ohodnoť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57616" y="37947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Vyber známku 1–5, klidně přidej komentář, a ulož.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SHRNUTÍ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up začíná teď.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Makej na sobě</a:t>
            </a: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– XP přibývá samo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svůj level a hodnost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Sbírej odznaky za milníky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Hodnoť tréninky a zápasy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Sleduj žebříčky a odměny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Stáhni FlotrPlayer a začni ještě dnes.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 rot="-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rot="1680000">
            <a:off x="11295583" y="6467734"/>
            <a:ext cx="256032" cy="30724"/>
          </a:xfrm>
          <a:prstGeom prst="line">
            <a:avLst/>
          </a:prstGeom>
          <a:noFill/>
          <a:ln w="64008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395436" y="6454932"/>
            <a:ext cx="56327" cy="56327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48495" y="6382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FLOTR PLAYER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382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743200"/>
            <a:ext cx="6858000" cy="6858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00400" y="4389120"/>
            <a:ext cx="5943600" cy="5943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-1680000">
            <a:off x="5730088" y="2059229"/>
            <a:ext cx="731520" cy="87782"/>
          </a:xfrm>
          <a:prstGeom prst="line">
            <a:avLst/>
          </a:prstGeom>
          <a:noFill/>
          <a:ln w="18288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680000">
            <a:off x="5730088" y="2059229"/>
            <a:ext cx="731520" cy="87782"/>
          </a:xfrm>
          <a:prstGeom prst="line">
            <a:avLst/>
          </a:prstGeom>
          <a:noFill/>
          <a:ln w="1828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15380" y="2022653"/>
            <a:ext cx="160934" cy="16093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Díky za pozornost!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Otázky? Jsme tu pro vás.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[kontakt trenéra / e-mail]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5963429-701c-4fdb-9e1d-20bc4e3c7ff4}" enabled="1" method="Standard" siteId="{75998ea3-790c-40ea-ac1e-02ee8edfb00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563</Words>
  <Application>Microsoft Office PowerPoint</Application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Up! XP, odznaky a hodnosti</dc:title>
  <dc:subject>PptxGenJS Presentation</dc:subject>
  <dc:creator>FlotrPlayer</dc:creator>
  <cp:lastModifiedBy>Virag, Ladislav</cp:lastModifiedBy>
  <cp:revision>2</cp:revision>
  <dcterms:created xsi:type="dcterms:W3CDTF">2026-08-16T20:09:18Z</dcterms:created>
  <dcterms:modified xsi:type="dcterms:W3CDTF">2026-08-16T20:22:49Z</dcterms:modified>
</cp:coreProperties>
</file>