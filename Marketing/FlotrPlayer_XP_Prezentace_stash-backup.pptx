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6803" y="1097280"/>
            <a:ext cx="918089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07128" y="21488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07128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26974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UP.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981048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Nový systém XP, odznaků a hodností pro hráče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</a:t>
            </a:r>
            <a:pPr algn="ctr" indent="0" marL="0">
              <a:buNone/>
            </a:pPr>
            <a:r>
              <a:rPr lang="en-US" sz="1400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pPr algn="ctr"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pPr algn="ctr" indent="0" marL="0">
              <a:buNone/>
            </a:pPr>
            <a:r>
              <a:rPr lang="en-US" sz="1400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pPr algn="ctr" indent="0" marL="0">
              <a:buNone/>
            </a:pPr>
            <a:r>
              <a:rPr lang="en-US" sz="14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HODNOSTI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[Název klubu]  ·  Sezóna 2026/2027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ÚVOD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Každý trénink se teď počítá.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Chodíš na tréninky, dřeš na zápasech, zlepšuješ se – a doteď to nikdo nezapočítal. Od teď se tvoje úsilí mění ve zkušenosti (XP), odznaky a hodnost, kterou vidí celý tým.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Sbíráš za každý výkon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🎖️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20624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Trofeje za milníky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🏅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Hodnosti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0956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Rostou s tebou celou kariéru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 je XP?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 (zkušenostní body) získáváš automaticky za to, co už na hřišti i mimo něj děláš. Čím víc hraješ a zlepšuješ se, tím rychleji rosteš.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Účast na tréninku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47288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Účast na zápase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63056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87384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87384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878824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Zlepšení dovednosti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55848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55848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47288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Domácí trénink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71616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71616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63056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Nejlepší hráč tréninku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787384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87384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878824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play</a:t>
            </a:r>
            <a:endParaRPr lang="en-US" sz="12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HODNOSTI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Levely a hodnosti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Každých 100 XP = nový level. Level se počítá uvnitř aktuální hodnosti. Hodnost roste s tvým XP a nikdy neklesá – je to tvůj kariérní odznak.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Nováček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Hráč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Stálice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406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Opora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Lídr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410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Kapitán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412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Veterán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402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406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Šampion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408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Ikona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410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410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2412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Nesmrtelný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249631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👇 TY JSI TADY</a:t>
            </a:r>
            <a:endParaRPr lang="en-US" sz="11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 výjimečné výkony a milníky získáváš trvalé odznaky – tvoji sbírku trofejí, kterou vidí celý tým.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868680" cy="868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Docházka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73736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až 400+ tréninků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65176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39496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První gól až 500 gólů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552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651760"/>
            <a:ext cx="868680" cy="868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05256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až 100 asistencí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868680" cy="868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Hattrick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737360" y="4453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góly v zápase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069080"/>
            <a:ext cx="868680" cy="8686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496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Zápasy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394960" y="4453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až 250 odehraných zápasů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9552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069080"/>
            <a:ext cx="868680" cy="8686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05256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Plus/minus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9052560" y="4453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hřišti, když padne gól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400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86400"/>
            <a:ext cx="868680" cy="8686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7373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1737360" y="5870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 + asistence dohromady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2976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5486400"/>
            <a:ext cx="868680" cy="8686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3949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Věrnost klubu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5394960" y="5870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 5, 8, 10+ sezón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79552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5486400"/>
            <a:ext cx="868680" cy="8686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0525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Střelecký večer</a:t>
            </a:r>
            <a:endParaRPr lang="en-US" sz="1350" dirty="0"/>
          </a:p>
        </p:txBody>
      </p:sp>
      <p:sp>
        <p:nvSpPr>
          <p:cNvPr id="43" name="Text 32"/>
          <p:cNvSpPr/>
          <p:nvPr/>
        </p:nvSpPr>
        <p:spPr>
          <a:xfrm>
            <a:off x="9052560" y="5870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4+ góly v jednom zápase</a:t>
            </a:r>
            <a:endParaRPr lang="en-US" sz="105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ODMĚNY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Žebříčky a odměny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272888" cy="3291840"/>
          </a:xfrm>
          <a:prstGeom prst="roundRect">
            <a:avLst>
              <a:gd name="adj" fmla="val 3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Žebříčky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7242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Sezónní forma (hvězdičky ⭐) srovnává hráče férově – bez ohledu na to, jak dlouho už hraješ. Nová sezóna, nová šance být na vrcholu.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78728" y="1965960"/>
            <a:ext cx="5272888" cy="3291840"/>
          </a:xfrm>
          <a:prstGeom prst="roundRect">
            <a:avLst>
              <a:gd name="adj" fmla="val 3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53048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🎁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53048" y="297180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Odměny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53048" y="3520440"/>
            <a:ext cx="47242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Klub a tým dávají skutečné odměny za nasbírané XP a odznaky. Zeptej se svého trenéra, co je aktuálně v nabídce.</a:t>
            </a:r>
            <a:endParaRPr lang="en-US" sz="14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HODNOCENÍ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Tvůj hlas se počítá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každém tréninku nebo zápase nám krátce řekni, jak to bylo. Tvoje hodnocení pomáhá trenérům stavět lepší tréninky – a je hotové za pár vteřin.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911535" cy="2606040"/>
          </a:xfrm>
          <a:prstGeom prst="roundRect">
            <a:avLst>
              <a:gd name="adj" fmla="val 5614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Ohodnoť dnešní trénink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886200"/>
            <a:ext cx="777240" cy="777240"/>
          </a:xfrm>
          <a:prstGeom prst="ellipse">
            <a:avLst/>
          </a:prstGeom>
          <a:solidFill>
            <a:srgbClr val="22C55E">
              <a:alpha val="8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39112" y="3886200"/>
            <a:ext cx="777240" cy="777240"/>
          </a:xfrm>
          <a:prstGeom prst="ellipse">
            <a:avLst/>
          </a:prstGeom>
          <a:solidFill>
            <a:srgbClr val="A3E635">
              <a:alpha val="85000"/>
            </a:srgbClr>
          </a:solidFill>
          <a:ln w="19050">
            <a:solidFill>
              <a:srgbClr val="A3E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072384" y="3886200"/>
            <a:ext cx="777240" cy="777240"/>
          </a:xfrm>
          <a:prstGeom prst="ellipse">
            <a:avLst/>
          </a:prstGeom>
          <a:solidFill>
            <a:srgbClr val="EAB308">
              <a:alpha val="85000"/>
            </a:srgbClr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105656" y="3886200"/>
            <a:ext cx="777240" cy="777240"/>
          </a:xfrm>
          <a:prstGeom prst="ellipse">
            <a:avLst/>
          </a:prstGeom>
          <a:solidFill>
            <a:srgbClr val="F97316">
              <a:alpha val="8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38928" y="3886200"/>
            <a:ext cx="777240" cy="777240"/>
          </a:xfrm>
          <a:prstGeom prst="ellipse">
            <a:avLst/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4910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= super, 5 = mohlo být lepší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73368" y="3886200"/>
            <a:ext cx="4812487" cy="777240"/>
          </a:xfrm>
          <a:prstGeom prst="roundRect">
            <a:avLst>
              <a:gd name="adj" fmla="val 11765"/>
            </a:avLst>
          </a:prstGeom>
          <a:solidFill>
            <a:srgbClr val="0B1120"/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886200"/>
            <a:ext cx="46753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Komentář (nepovinný)…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hodnotit? 3 kroky, 10 vteřin.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Otevři appku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skončení tréninku nebo zápasu otevři FlotrPlayer.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87368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61688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36008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Najdi událost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 přehledu událostí vyber tu, která právě proběhla.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08976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83296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57616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Ohodnoť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57616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Vyber známku 1–5, klidně přidej komentář, a ulož.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</a:t>
            </a:r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SHRNUTÍ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up začíná teď.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Hraj a dřij – XP přibývá samo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Sleduj svůj level a hodnost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Sbírej odznaky za milníky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Hodnoť tréninky a zápasy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Sleduj žebříčky a odměny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911535" cy="9144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Stáhni FlotrPlayer a začni ještě dnes.</a:t>
            </a:r>
            <a:endParaRPr lang="en-US" sz="2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6803" y="1691640"/>
            <a:ext cx="918089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Díky za pozornost!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Otázky? Jsme tu pro vás.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[kontakt trenéra / e-mail]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Up! XP, odznaky a hodnosti</dc:title>
  <dc:subject>PptxGenJS Presentation</dc:subject>
  <dc:creator>FlotrPlayer</dc:creator>
  <cp:lastModifiedBy>FlotrPlayer</cp:lastModifiedBy>
  <cp:revision>1</cp:revision>
  <dcterms:created xsi:type="dcterms:W3CDTF">2026-08-16T20:41:11Z</dcterms:created>
  <dcterms:modified xsi:type="dcterms:W3CDTF">2026-08-16T20:41:11Z</dcterms:modified>
</cp:coreProperties>
</file>